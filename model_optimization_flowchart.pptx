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9445752" cy="32004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457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模型 / 算法優化  閉環流程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9445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A8DADC"/>
                </a:solidFill>
              </a:rPr>
              <a:t>Model / Algorithm Optimization  Closed-Loop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566160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52B788"/>
                </a:solidFill>
              </a:rPr>
              <a:t>自動化標註 ▸ 閉環訓練 ▸ 持續減少過殺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309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Algorithm Development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問題背景 — 為何需要閉環優化？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3474720" cy="438912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新設備圖像不在訓練集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9748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新型號設備上線時，其圖像風格與過往訓練資料差異大，導致模型誤判（過殺率上升）。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280160"/>
            <a:ext cx="3474720" cy="4389120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4173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0574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曝光/拍攝參數變動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69748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既有設備曝光調整後，圖像亮度、對比等質量指標發生偏移，超出模型適應範圍。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80" y="1280160"/>
            <a:ext cx="3474720" cy="4389120"/>
          </a:xfrm>
          <a:prstGeom prst="rect">
            <a:avLst/>
          </a:prstGeom>
          <a:solidFill>
            <a:srgbClr val="6A0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4173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0574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依賴人工反饋，週期過長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69748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過往僅靠用戶反饋才能觸發優化，從問題發現到修復往往需要數週甚至更長時間。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94360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3557"/>
                </a:solidFill>
              </a:rPr>
              <a:t>▶  解決方案：在上線流程中加入「設備訓練清單」審核機制，搭配自動化標註形成閉環。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模型 / 算法優化  閉環流程圖</a:t>
            </a:r>
          </a:p>
        </p:txBody>
      </p:sp>
      <p:pic>
        <p:nvPicPr>
          <p:cNvPr id="4" name="Picture 3" descr="model_optimization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777240"/>
            <a:ext cx="4283497" cy="5897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閉環觸發路徑詳解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68680"/>
            <a:ext cx="5394960" cy="539496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A8DADC"/>
                </a:solidFill>
              </a:rPr>
              <a:t>路徑 A  ▸  設備不在訓練清單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300">
                <a:solidFill>
                  <a:srgbClr val="FFFFFF"/>
                </a:solidFill>
              </a:rPr>
              <a:t>①  設備上拋圖像，系統查詢訓練清單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FFFFFF"/>
                </a:solidFill>
              </a:rPr>
              <a:t>②  清單內無此設備型號 → 觸發自動化標註管線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FFFFFF"/>
                </a:solidFill>
              </a:rPr>
              <a:t>③  自動標註完成 → 重新訓練模型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FFFFFF"/>
                </a:solidFill>
              </a:rPr>
              <a:t>④  開發人員 Review 模型效能指標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FFFFFF"/>
                </a:solidFill>
              </a:rPr>
              <a:t>⑤  確認通過 → 更新線上推論模型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FFFFFF"/>
                </a:solidFill>
              </a:rPr>
              <a:t>⑥  新設備型號加入訓練清單，後續自動適配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868680"/>
            <a:ext cx="5394960" cy="5394960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96012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路徑 B  ▸  在清單內但圖像質量偏移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55448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300">
                <a:solidFill>
                  <a:srgbClr val="FFFFFF"/>
                </a:solidFill>
              </a:rPr>
              <a:t>①  設備在清單內，計算圖像質量指標（亮度/對比/清晰度等）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FFFFFF"/>
                </a:solidFill>
              </a:rPr>
              <a:t>②  與基準值比較，差異超過閾值 → 判定為偏移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FFFFFF"/>
                </a:solidFill>
              </a:rPr>
              <a:t>③  自動化標註新圖像，融入訓練集擴增泛化性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FFFFFF"/>
                </a:solidFill>
              </a:rPr>
              <a:t>④  開發人員確認模型在新分布下效能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FFFFFF"/>
                </a:solidFill>
              </a:rPr>
              <a:t>⑤  確認通過 → 推送更新後的模型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FFFFFF"/>
                </a:solidFill>
              </a:rPr>
              <a:t>⑥  更新設備的圖像基準資料，防止未來誤觸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C757D"/>
                </a:solidFill>
              </a:rPr>
              <a:t>兩條路徑均需開發人員最終確認，確保模型品質可控，再進行推論部署。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閉環流程  效益與關鍵特點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14400"/>
            <a:ext cx="2743200" cy="466344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0515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" y="1691640"/>
            <a:ext cx="25237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快速響應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2331720"/>
            <a:ext cx="2468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新設備上線後自動觸發標註流程，無需等待用戶反饋，大幅縮短模型適應週期。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419856" y="914400"/>
            <a:ext cx="2743200" cy="46634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11296" y="10515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9584" y="1691640"/>
            <a:ext cx="25237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持續自我優化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7016" y="2331720"/>
            <a:ext cx="2468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每次設備更新或圖像偏移都會觸發訓練，模型隨業務成長持續累積泛化能力。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55664" y="914400"/>
            <a:ext cx="2743200" cy="4663440"/>
          </a:xfrm>
          <a:prstGeom prst="rect">
            <a:avLst/>
          </a:prstGeom>
          <a:solidFill>
            <a:srgbClr val="6A0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47104" y="10515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1691640"/>
            <a:ext cx="25237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人工品質把關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2824" y="2331720"/>
            <a:ext cx="2468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自動化流程完成後，仍需開發人員確認指標，兼顧效率與模型安全性。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91472" y="914400"/>
            <a:ext cx="2743200" cy="4663440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82912" y="10515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1691640"/>
            <a:ext cx="25237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系統性降低過殺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8632" y="2331720"/>
            <a:ext cx="2468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閉環設計讓過殺問題在上線初期即被攔截，而非依賴大量生產後的回退修復。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5806440"/>
            <a:ext cx="11430000" cy="6858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85216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2B788"/>
                </a:solidFill>
              </a:rPr>
              <a:t>目標：透過閉環機制，將「過殺問題」從被動修復轉變為主動預防，實現模型品質的持續提升。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